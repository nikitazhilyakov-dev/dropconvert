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68177-B02B-6C41-4941-D2388AEC2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641CFE-19AC-0CC1-0136-4858FAB13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3F619A-6736-C36F-D627-DA8931256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5933-B8C4-BA45-B12E-2A7095673E91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83A846-8409-95A8-4BC6-5CEBE1E71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991E53-6274-261C-F236-B765E9D1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5FB4-6804-7743-8700-3B8CEDE638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529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56FCBC-EC47-0850-BDFB-CA9C0B44D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E8C244-8BE7-CB80-D2E4-074814F94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03F0DA-7E64-2057-76F1-BA5CF5B5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5933-B8C4-BA45-B12E-2A7095673E91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1060D5-7111-48A1-4664-3009A6D1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A7E4D2-CE51-02A4-D102-A5A5B467D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5FB4-6804-7743-8700-3B8CEDE638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321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D2FE2D-62DD-7CBA-9EB1-B483959DC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52F814-A4F9-80A1-C654-39AD5908E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9CFC5C-39D4-BF53-511C-D1C6BDCE4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5933-B8C4-BA45-B12E-2A7095673E91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A303AE-DC98-D377-6EF6-B567359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C5D49B-549A-8280-9D89-707D6444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5FB4-6804-7743-8700-3B8CEDE638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41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3ADC61-CDCE-9D3A-9104-A8FB9673B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DABFED-0033-4880-BB3B-04C1B6568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B27B9D-B481-E721-B6B8-271807B87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90E55E-3943-0402-2EBA-39CB6675C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5933-B8C4-BA45-B12E-2A7095673E91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9F1C66-2CE1-D437-4ABB-95CE3EDE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33D1B0-1F5E-2451-BD3F-4D0ADA1C7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5FB4-6804-7743-8700-3B8CEDE638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606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0DED57-B41E-8ACB-E133-E3C97364B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3FA1B2-65DE-5C8E-C5E8-05FB1915A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1FBBB05-1367-70C0-8738-C91C86C85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92F549D-6D99-2073-0052-2D6EA58519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E21EA75-56FF-1212-49CD-A1F8ED009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5DF1628-9C36-41D1-8EBD-4573FEE7C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5933-B8C4-BA45-B12E-2A7095673E91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A4CE9B8-EAAE-63ED-353A-BBF989AB6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CF35C3-5F5F-84BE-8836-3D4DD215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5FB4-6804-7743-8700-3B8CEDE638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430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BA5FB8-ABF6-F916-B6CF-31BB2E18F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E0C48AB-7E86-0412-4FC4-561203C3F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5933-B8C4-BA45-B12E-2A7095673E91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48C3D8A-E322-9371-C136-97886A63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F644DAA-944F-A735-A886-11F91ACCC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5FB4-6804-7743-8700-3B8CEDE638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467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AC2BA3D-2CB9-E706-96CF-31EF38ABF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5933-B8C4-BA45-B12E-2A7095673E91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2958AF8-190E-51C6-E7C5-D2471F1E4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4EDE03-C87B-57A8-67FE-C62A89112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5FB4-6804-7743-8700-3B8CEDE638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972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AFBBE3-D607-6D05-790A-6D979D2DA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1F727F-E3EE-980F-7D1D-028488369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A1DC39A-837C-8174-3C81-F245ED86E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A485AA-AFA8-F4A5-BFB5-2E9C3B03F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5933-B8C4-BA45-B12E-2A7095673E91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A19466-2A94-51DF-F7B7-B3CEC139E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718746-B98E-3371-B214-6FBDBDD3E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5FB4-6804-7743-8700-3B8CEDE638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8592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FEDD96-212F-FC09-DFD9-09969B669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E6E8432-00D5-20D5-69B2-F70119C3DD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2FA753-DD31-272A-6E96-AF122F552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3BCE09-774A-B232-7E06-2CFE98F9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5933-B8C4-BA45-B12E-2A7095673E91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1105B7-0D51-81E9-3422-F32AC3FEA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BA7DF7-F281-C7E7-BB78-0E78FD411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5FB4-6804-7743-8700-3B8CEDE638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93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485F47-30DC-45ED-F202-1898E047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B272FFC-84C0-52D5-19E0-01EA417D4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118C1C-C071-84E1-2893-6978DB46F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5933-B8C4-BA45-B12E-2A7095673E91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439F29-4B45-1301-52D6-2C6F83149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A861BF-2B51-1A71-D246-4B720EFD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5FB4-6804-7743-8700-3B8CEDE638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33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61D8E5C-04FB-08E6-12CE-978085BF8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0594D7-35A6-C470-F78A-F614D56E7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91C6C1-3F74-408E-D5E3-D95B180C5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05933-B8C4-BA45-B12E-2A7095673E91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33A088-4AEF-7008-F621-2A1D7578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43F487-4CFC-D219-1CBA-D4D8E1A6B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5FB4-6804-7743-8700-3B8CEDE638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235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CE407-0876-51AC-D8B9-1DC5027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981918-8417-F705-80F4-99A39BF95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04BE4A-E718-0B86-96CC-60805B816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A05933-B8C4-BA45-B12E-2A7095673E91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B93367-7C34-D7ED-042E-F3AD8AA4EB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492833-7F5B-6502-CFC5-96F7D10AA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A5FB4-6804-7743-8700-3B8CEDE638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5181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991D338-8F0A-0594-2C41-900BEFF167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F33C1FAC-7674-FA3C-7EAB-2178E14C43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4446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AB4A702-DC42-D3EF-8F38-96C585AB42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6C1150D5-3CEA-70C7-FCFD-46CD3DB701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691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AF494CA-5D5E-5D7B-564C-4528280600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1F98D7F4-1596-64B1-3761-EAF20CEED8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31286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Широкоэкранный</PresentationFormat>
  <Paragraphs>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8 1551</dc:creator>
  <cp:lastModifiedBy>8 1551</cp:lastModifiedBy>
  <cp:revision>1</cp:revision>
  <dcterms:created xsi:type="dcterms:W3CDTF">2026-10-19T11:39:31Z</dcterms:created>
  <dcterms:modified xsi:type="dcterms:W3CDTF">2026-10-19T11:39:31Z</dcterms:modified>
</cp:coreProperties>
</file>